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5029200"/>
            <a:ext cx="12006072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GreenFinance Europe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Analyse de la transition énergétique européenne 2007-2021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7BC62"/>
                </a:solidFill>
              </a:rPr>
              <a:t>Source : Banque mondiale  ·  Python · Streamlit · Pandas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2560320" cy="91440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3657600"/>
            <a:ext cx="2560320" cy="91440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3657600"/>
            <a:ext cx="2560320" cy="91440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3657600"/>
            <a:ext cx="2560320" cy="91440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7BC62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Pays analysés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7BC62"/>
                </a:solidFill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Années de 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7BC62"/>
                </a:solidFill>
              </a:rPr>
              <a:t>42.5%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Objectif UE 2030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7BC62"/>
                </a:solidFill>
              </a:rPr>
              <a:t>0.85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Corrélation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Rafika Cervera  ·  github.com/RAFCERAY  · 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Contexte &amp;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0352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303520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</a:rPr>
              <a:t>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Analyser la progression des énergies renouvelables dans 10 pays européens et mesurer l'écart avec l'objectif UE 2030 de 42.5%.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</a:rPr>
              <a:t>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renouvelables_clean.csv
150 lignes · 2007-2021
Indicateur EG.FEC.RNEW.ZS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electricite_clean.csv
120 lignes · 2010-2021
Indicateur EG.ELC.RNEW.ZS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</a:rPr>
              <a:t>Qualité : 0 doublons · 0 valeurs manquantes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914400"/>
            <a:ext cx="58521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914400"/>
            <a:ext cx="5852160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005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</a:rPr>
              <a:t>Pays analysés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4996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5F2D"/>
                </a:solidFill>
              </a:rPr>
              <a:t>Austria · Central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920240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568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5F2D"/>
                </a:solidFill>
              </a:rPr>
              <a:t>Belgium · Western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377440"/>
            <a:ext cx="5303520" cy="34747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4140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Denmark · Nordic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834640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8712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5F2D"/>
                </a:solidFill>
              </a:rPr>
              <a:t>France · Western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291840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3284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5F2D"/>
                </a:solidFill>
              </a:rPr>
              <a:t>Germany · Central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749039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78561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5F2D"/>
                </a:solidFill>
              </a:rPr>
              <a:t>Italy · Southern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206240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2428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5F2D"/>
                </a:solidFill>
              </a:rPr>
              <a:t>Netherlands · Western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663440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7000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5F2D"/>
                </a:solidFill>
              </a:rPr>
              <a:t>Poland · Eastern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120640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51572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5F2D"/>
                </a:solidFill>
              </a:rPr>
              <a:t>Spain · Southern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5577840"/>
            <a:ext cx="5303520" cy="34747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6144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Sweden · Nordic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Résultats 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743200" cy="1828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14.1% → 24.3%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Progression EU
2007-2021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05840"/>
            <a:ext cx="2743200" cy="18288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+10.2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En 14 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2743200" cy="1828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 pays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Objectif atteint
(Sweden)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005840"/>
            <a:ext cx="2743200" cy="18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188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+18.2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Écart restant
avant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2D"/>
                </a:solidFill>
              </a:rPr>
              <a:t>Classement 2021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2194560" cy="16459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🥇 Sweden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57.9%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 Objectif atteint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79" y="3474720"/>
            <a:ext cx="2194560" cy="16459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79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🥈 Denmark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39.5%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79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🟡 Proche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474720"/>
            <a:ext cx="2194560" cy="16459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🥉 Austria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36.0%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🟡 Proche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19" y="3474720"/>
            <a:ext cx="2194560" cy="1645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19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19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16.2%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19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🔴 En retard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3474720"/>
            <a:ext cx="2194560" cy="1645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Belgium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11.7%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🔴 Très en retard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Analyse par région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194560" cy="4114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Nordic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~39%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Denmark + Sweden
Modèle européen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21945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1760" y="1005840"/>
            <a:ext cx="2194560" cy="41148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097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~23%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Austria + Germany
Progression correcte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3474720"/>
            <a:ext cx="21945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005840"/>
            <a:ext cx="2194560" cy="4114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097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Southern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~15%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Spain + Italy
Potentiel solaire élevé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3474720"/>
            <a:ext cx="21945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005840"/>
            <a:ext cx="2194560" cy="4114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097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Eastern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~11%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Poland
En retard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474720"/>
            <a:ext cx="21945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1005840"/>
            <a:ext cx="2194560" cy="4114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097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Western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~9%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France · Belgium · NL
Le plus en retard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3474720"/>
            <a:ext cx="21945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74C3C"/>
                </a:solidFill>
              </a:rPr>
              <a:t>Objectif UE 2030 : 42.5% — Aucune région n'a encore atteint cet objectif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Dashboard Streamlit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2D"/>
                </a:solidFill>
              </a:rPr>
              <a:t>🌿  Énergies Renouvelables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Évolution par pays · Comparaison · Données brutes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383280"/>
            <a:ext cx="114300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383280"/>
            <a:ext cx="11430000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2D"/>
                </a:solidFill>
              </a:rPr>
              <a:t>💚  Électricité Renouvelable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Part électricité verte · Tendances · Par région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</a:rPr>
              <a:t>Stack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Python  ·  Streamlit  ·  Plotly  ·  Pandas  ·  World Bank API  · 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Recommandations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14630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</a:rPr>
              <a:t>🏆  S'inspirer du modèle danois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Denmark a gagné +21.8 pts en 14 ans grâce à une politique énergétique volontariste. Investissement massif dans l'éolien offshore.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114300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73152" cy="14630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</a:rPr>
              <a:t>⚡  Accélérer en Europe occidentale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France, Belgium et Netherlands doivent tripler leur rythme de transition pour espérer atteindre l'objectif 2030.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97680"/>
            <a:ext cx="114300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297680"/>
            <a:ext cx="73152" cy="14630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</a:rPr>
              <a:t>☀️  Exploiter le potentiel solaire du Sud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Spain et Italy ont un potentiel solaire énorme encore sous-exploité. Des investissements ciblés pourraient accélérer leur transition.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Seule la Suède a atteint l'objectif. Le Danemark est le modèle. L'Europe doit accélérer.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